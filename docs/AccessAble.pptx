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0"/>
  </p:notesMasterIdLst>
  <p:handoutMasterIdLst>
    <p:handoutMasterId r:id="rId11"/>
  </p:handoutMasterIdLst>
  <p:sldIdLst>
    <p:sldId id="315" r:id="rId5"/>
    <p:sldId id="266" r:id="rId6"/>
    <p:sldId id="305" r:id="rId7"/>
    <p:sldId id="316" r:id="rId8"/>
    <p:sldId id="2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4FD4-98BF-39BD-26D1-03AAC038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9998D-B484-08EC-1663-39FF5259C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BD75B-1B4C-4FA7-97F4-BB7C57372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78329-9502-7ACF-34D9-C6E343CD9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474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616477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8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704" r:id="rId13"/>
    <p:sldLayoutId id="2147483709" r:id="rId14"/>
    <p:sldLayoutId id="2147483682" r:id="rId15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 err="1"/>
              <a:t>AccessAble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AA3BE-DCE9-58E4-D39A-8FCB247A60AC}"/>
              </a:ext>
            </a:extLst>
          </p:cNvPr>
          <p:cNvSpPr txBox="1"/>
          <p:nvPr/>
        </p:nvSpPr>
        <p:spPr>
          <a:xfrm>
            <a:off x="1386629" y="5658085"/>
            <a:ext cx="5175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Created by: Kendall Williford and Max Reyes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64" y="632580"/>
            <a:ext cx="6623040" cy="1421898"/>
          </a:xfrm>
        </p:spPr>
        <p:txBody>
          <a:bodyPr>
            <a:normAutofit/>
          </a:bodyPr>
          <a:lstStyle/>
          <a:p>
            <a:r>
              <a:rPr lang="en-US" dirty="0" err="1"/>
              <a:t>AccessAble</a:t>
            </a:r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4664" y="2166258"/>
            <a:ext cx="7681906" cy="40591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-</a:t>
            </a:r>
            <a:r>
              <a:rPr lang="en-US" dirty="0" err="1"/>
              <a:t>AccessAble</a:t>
            </a:r>
            <a:r>
              <a:rPr lang="en-US" dirty="0"/>
              <a:t> is a web-based application that aims to provide forms of accessibility services to customers who need them. </a:t>
            </a:r>
          </a:p>
          <a:p>
            <a:r>
              <a:rPr lang="en-US" dirty="0"/>
              <a:t>-Providers will be able to create an account, edit/manage their account, post/edit listings, and view reviews/ratings.</a:t>
            </a:r>
          </a:p>
          <a:p>
            <a:r>
              <a:rPr lang="en-US" dirty="0"/>
              <a:t>-Customers will be able to create an account, edit their account, view/book listings, and write reviews/ratings.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– Use Cases - Kendall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 flipH="1" flipV="1">
            <a:off x="11105003" y="7772400"/>
            <a:ext cx="617757" cy="19830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40F736-6A4F-76A8-0CE5-8CD58AFB4C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91517" y="2473287"/>
            <a:ext cx="10939750" cy="464911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a provider, I want create/modify a provider account so that I can publish listings and change aspects of my profile and view current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a provider, I want to publish a detailed service listing so that customers can view and understand the service I offer.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a provider, I want to be able to modify or delete my service listings so that customers have the most up-to-date listing information and they cannot book a service no longer provided.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a provider, I want to be able to read and reply to reviews and view ratings so that when a customer provides feedback I am notified and able to respond to their feedback.</a:t>
            </a:r>
            <a:endParaRPr lang="en-US" sz="1500" dirty="0"/>
          </a:p>
          <a:p>
            <a:pPr marL="285750" indent="-285750">
              <a:buFontTx/>
              <a:buChar char="-"/>
            </a:pPr>
            <a:endParaRPr lang="en-US" sz="1400" dirty="0"/>
          </a:p>
          <a:p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E425-59B1-C83B-7CC8-970A3391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5EB3-ABC0-9695-8354-00FC5CCB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– Use Cases - Max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F323D-07F9-3055-C9B7-AFA77DDC5D9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 flipH="1" flipV="1">
            <a:off x="11105003" y="7772400"/>
            <a:ext cx="617757" cy="19830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45FBEB-03D6-9B61-CA13-AB3F522CE4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91517" y="2473286"/>
            <a:ext cx="10653312" cy="402666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 customer, I want to create or update my profile (name, language, location) so that I receive relevant services and communications.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 customer, I want to browse and filter provider profiles (local, national, language) so that I can find the service I am looking for and be informed before contacting the provider.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 customer, I want to be able the contact the provider so that I may receive the services I require.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 customer, I want to read and write reviews for a provider, and rate service quality and timeliness so that the community benefits from my feedback.  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08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{54B34B17-F5E3-4241-A815-CB4C2AD6C149}TF2b9189fa-8f70-44c5-a025-8c7b018ae2a95a18b6f7_win32-f1ac09ee8c52</Template>
  <TotalTime>28</TotalTime>
  <Words>349</Words>
  <Application>Microsoft Office PowerPoint</Application>
  <PresentationFormat>Widescreen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Meiryo</vt:lpstr>
      <vt:lpstr>Arial</vt:lpstr>
      <vt:lpstr>Calibri</vt:lpstr>
      <vt:lpstr>Corbel</vt:lpstr>
      <vt:lpstr>Wingdings</vt:lpstr>
      <vt:lpstr>ShojiVTI</vt:lpstr>
      <vt:lpstr>AccessAble</vt:lpstr>
      <vt:lpstr>AccessAble </vt:lpstr>
      <vt:lpstr>Provider – Use Cases - Kendall</vt:lpstr>
      <vt:lpstr>Customer – Use Cases - Max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Kendall Williford</dc:creator>
  <cp:lastModifiedBy>Kendall Williford</cp:lastModifiedBy>
  <cp:revision>1</cp:revision>
  <dcterms:created xsi:type="dcterms:W3CDTF">2026-02-19T17:53:16Z</dcterms:created>
  <dcterms:modified xsi:type="dcterms:W3CDTF">2026-02-19T18:21:55Z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